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6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676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3" name="Image 0" descr="/home/claude/projetjava_pres/3il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48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SOUTENANCE  ·  PROJET JAVA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560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 ENERGIE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0BA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de gestion de factures d'électricité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 ·  SQLite  ·  JDBC  ·  Swing  ·  génération PDF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4937760"/>
            <a:ext cx="6949440" cy="1371600"/>
          </a:xfrm>
          <a:prstGeom prst="rect">
            <a:avLst/>
          </a:prstGeom>
          <a:solidFill>
            <a:srgbClr val="262C40"/>
          </a:solidFill>
          <a:ln w="12700">
            <a:solidFill>
              <a:srgbClr val="353B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5074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PARTICIPANTS  —  CPI1 GROUPE 3iL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60120" y="5394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LEUDJEU Eloisa      TAKAM Duvarelle      CHERTY Yassine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5806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supervision de M. Beverini   ·   Année 2025 — 2026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5943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github.com/Yassinecherti/PROJETJAVA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73152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373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d'EDI ENERGIE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482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et fonctionnalités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73152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7373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086600" y="17373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 l'application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0482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utilisateur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5486400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60320"/>
            <a:ext cx="73152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6517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17320" y="26517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29626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classes, 3 couches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560320"/>
            <a:ext cx="5486400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560320"/>
            <a:ext cx="73152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26517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86600" y="26517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code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29626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Singleton, compteur, facture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5486400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474720"/>
            <a:ext cx="73152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5661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17320" y="3566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38770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SQLite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486400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474720"/>
            <a:ext cx="73152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35661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086600" y="3566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réel vs prévu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86600" y="38770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Gantt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389120"/>
            <a:ext cx="5486400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389120"/>
            <a:ext cx="73152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44805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417320" y="44805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tâches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17320" y="47914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Eloisa · Duvarelle · Yassine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4389120"/>
            <a:ext cx="5486400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4389120"/>
            <a:ext cx="73152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44805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086600" y="44805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technique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086600" y="47914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&amp; résolution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303520"/>
            <a:ext cx="5486400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5303520"/>
            <a:ext cx="73152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53949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417320" y="53949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livrables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417320" y="57058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Technique, fonctionnelle, vidéo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17920" y="5303520"/>
            <a:ext cx="5486400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5303520"/>
            <a:ext cx="73152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19088" y="53949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086600" y="53949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d'amélioration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086600" y="57058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Fonctionnels &amp; techniques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PRÉSENTATION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 ENERGIE, c'est quoi 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est une application Java qui génère automatiquement la facture d'électricité d'un utilisateur à partir de sa consommation mensuelle en kilowattheures.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6949440" cy="7132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971800"/>
            <a:ext cx="73152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7180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 </a:t>
            </a: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à payer selon la consommation (kWh)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6949440" cy="7132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813048"/>
            <a:ext cx="73152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1304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/ télécharger  </a:t>
            </a: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facture au format PDF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54296"/>
            <a:ext cx="6949440" cy="7132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654296"/>
            <a:ext cx="73152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54296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  </a:t>
            </a: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directement la facture depuis l'application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6949440" cy="7132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95544"/>
            <a:ext cx="73152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495544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 </a:t>
            </a: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l'historique, même en cas de changement de compteur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18120" y="1645920"/>
            <a:ext cx="3886200" cy="45720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BREF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d'électricité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183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(fenêtres GUI)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Données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JDBC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0" y="4434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Tarif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1832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0,15 € / kWh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0" y="4983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Compteur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à 14 chiffres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0" y="5532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Sortie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PDF imprimable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UTILISATION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parcours utilisateur en 3 étapes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0" cy="42976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657600" cy="12801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310896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546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connexion : saisie nom, prénom, adresse, mot de passe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génère un ID unique à conserver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ensuite avec ID + mot de passe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657600" cy="42976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783080"/>
            <a:ext cx="3657600" cy="12801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une facture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310896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1546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+ Nouvelle Facture »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du n° de compteur et de la consommation (kWh)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facture s'ajoute à la liste, avec aperçu du reçu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321040" y="1783080"/>
            <a:ext cx="3657600" cy="42976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783080"/>
            <a:ext cx="3657600" cy="128016"/>
          </a:xfrm>
          <a:prstGeom prst="rect">
            <a:avLst/>
          </a:prstGeom>
          <a:solidFill>
            <a:srgbClr val="9B2C8E"/>
          </a:solidFill>
          <a:ln w="12700">
            <a:solidFill>
              <a:srgbClr val="9B2C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2103120"/>
            <a:ext cx="640080" cy="640080"/>
          </a:xfrm>
          <a:prstGeom prst="ellipse">
            <a:avLst/>
          </a:prstGeom>
          <a:solidFill>
            <a:srgbClr val="9B2C8E"/>
          </a:solidFill>
          <a:ln w="12700">
            <a:solidFill>
              <a:srgbClr val="9B2C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7260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 / Exporter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595360" y="2971800"/>
            <a:ext cx="310896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31546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Imprimer » — impression directe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Exporter PDF » — enregistrement du fichier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factures restent consultables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2452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11072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classes, organisées en 3 couches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207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45920"/>
            <a:ext cx="10972800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Swing — fenêtres et interaction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1463040" cy="4572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ConnexionGU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29400" y="1828800"/>
            <a:ext cx="1463040" cy="4572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MainGU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0" y="2395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/ inscription, puis l'interface principale en 4 sections.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109728" cy="120700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017520"/>
            <a:ext cx="10972800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54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520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Logique POO — données et calculs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3200400"/>
            <a:ext cx="1463040" cy="4572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3200400"/>
            <a:ext cx="1463040" cy="4572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Compteur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3200400"/>
            <a:ext cx="1463040" cy="4572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29800" y="3200400"/>
            <a:ext cx="1463040" cy="4572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980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0" y="37673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du client, du compteur, calcul du montant, ID auto-incrémenté.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109728" cy="1207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89120"/>
            <a:ext cx="10972800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4892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Persistance SQLite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4572000"/>
            <a:ext cx="1463040" cy="4572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ConnexionDB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29400" y="4572000"/>
            <a:ext cx="1463040" cy="4572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InitDB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0" y="51389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partagée à la base, création des 4 tables.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0807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  </a:t>
            </a: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MainGU est la classe principale — elle ouvre l'interface en 4 sections (titre, fiche client, aperçu reçu, liste des factures).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 FOCUS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mécanismes clés du projet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CONNEXION UNIQUE  ·  ConnexionDB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669280" cy="233172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73152" cy="2331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4884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14884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084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ConnexionDB.java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ConnexionDB {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Connection conn;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Connection getConnexion(){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(conn == null)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conn = DriverManager.getConnection(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"jdbc:sqlite:projetjava.db");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conn;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connexion à la base, partagée par toutes les classes.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IDENTIFIANT AUTO  ·  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5669280" cy="105156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12080"/>
            <a:ext cx="73152" cy="1051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924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534924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534924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623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1er client = 1000, 2e = 1001 ...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 = compteur.getAndIncrement();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 ·  Compteur (n° à 14 chiffres)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011680"/>
            <a:ext cx="5303520" cy="210312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011680"/>
            <a:ext cx="73152" cy="2103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214884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214884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214884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084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Compteur.java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4231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setNumero(String numero) {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(numero.length() != 14)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IllegalArgumentException(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"Le numéro doit faire 14 chiffres");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this.numero = numero;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2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 DU MONTANT  ·  Facture (0,15 €/kWh)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572000"/>
            <a:ext cx="5303520" cy="16916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572000"/>
            <a:ext cx="73152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470916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470916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95160" y="470916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4645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Facture.java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4983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 calculerMontant() {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TARIF = 0.15;  // € par kWh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consommation * TARIF;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 BASE DE DONNÉES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tables SQLite créées par InitDB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⊞  clients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48640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486400" cy="502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⊞  compteurs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240280"/>
            <a:ext cx="548640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3774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(14 ch.)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 (FK)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86400" cy="502920"/>
          </a:xfrm>
          <a:prstGeom prst="rect">
            <a:avLst/>
          </a:prstGeom>
          <a:solidFill>
            <a:srgbClr val="9B2C8E"/>
          </a:solidFill>
          <a:ln w="12700">
            <a:solidFill>
              <a:srgbClr val="9B2C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86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⊞  factures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548640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52628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facture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compteur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48640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886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⊞  utilisateurs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4389120"/>
            <a:ext cx="548640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52628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login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InitDB  </a:t>
            </a: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crée automatiquement les 4 tables au premier lancement. ConnexionDB fournit la connexion partagée.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 PLANNING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Prévisionnel vs réel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560320" y="178308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65576" y="178308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70832" y="178308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76088" y="178308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81344" y="178308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86600" y="178308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91856" y="178308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897112" y="178308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802368" y="178308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S9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707624" y="178308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0" y="2185416"/>
            <a:ext cx="905256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87752" y="2212848"/>
            <a:ext cx="3176900" cy="146304"/>
          </a:xfrm>
          <a:prstGeom prst="rect">
            <a:avLst/>
          </a:prstGeom>
          <a:solidFill>
            <a:srgbClr val="B0BAC9"/>
          </a:solidFill>
          <a:ln w="12700">
            <a:solidFill>
              <a:srgbClr val="B0BA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87752" y="2377440"/>
            <a:ext cx="4860676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511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2587752"/>
            <a:ext cx="905256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19516" y="2615184"/>
            <a:ext cx="3176900" cy="146304"/>
          </a:xfrm>
          <a:prstGeom prst="rect">
            <a:avLst/>
          </a:prstGeom>
          <a:solidFill>
            <a:srgbClr val="B0BAC9"/>
          </a:solidFill>
          <a:ln w="12700">
            <a:solidFill>
              <a:srgbClr val="B0BA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19516" y="2779776"/>
            <a:ext cx="3828684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535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2990088"/>
            <a:ext cx="905256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19516" y="3017520"/>
            <a:ext cx="3176900" cy="146304"/>
          </a:xfrm>
          <a:prstGeom prst="rect">
            <a:avLst/>
          </a:prstGeom>
          <a:solidFill>
            <a:srgbClr val="B0BAC9"/>
          </a:solidFill>
          <a:ln w="12700">
            <a:solidFill>
              <a:srgbClr val="B0BA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8776" y="3182112"/>
            <a:ext cx="4082156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55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DB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0" y="3392424"/>
            <a:ext cx="905256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4772" y="3419856"/>
            <a:ext cx="207660" cy="146304"/>
          </a:xfrm>
          <a:prstGeom prst="rect">
            <a:avLst/>
          </a:prstGeom>
          <a:solidFill>
            <a:srgbClr val="B0BAC9"/>
          </a:solidFill>
          <a:ln w="12700">
            <a:solidFill>
              <a:srgbClr val="B0BA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4772" y="3584448"/>
            <a:ext cx="334396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581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DB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60320" y="3794760"/>
            <a:ext cx="905256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4772" y="3822192"/>
            <a:ext cx="1239652" cy="146304"/>
          </a:xfrm>
          <a:prstGeom prst="rect">
            <a:avLst/>
          </a:prstGeom>
          <a:solidFill>
            <a:srgbClr val="B0BAC9"/>
          </a:solidFill>
          <a:ln w="12700">
            <a:solidFill>
              <a:srgbClr val="B0BA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4772" y="3986784"/>
            <a:ext cx="2923428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60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GU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0" y="4197096"/>
            <a:ext cx="905256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14032" y="4224528"/>
            <a:ext cx="850392" cy="146304"/>
          </a:xfrm>
          <a:prstGeom prst="rect">
            <a:avLst/>
          </a:prstGeom>
          <a:solidFill>
            <a:srgbClr val="B0BAC9"/>
          </a:solidFill>
          <a:ln w="12700">
            <a:solidFill>
              <a:srgbClr val="B0BAC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97808" y="4389120"/>
            <a:ext cx="1619860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5628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technique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560320" y="4599432"/>
            <a:ext cx="905256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46024" y="4626864"/>
            <a:ext cx="2534168" cy="146304"/>
          </a:xfrm>
          <a:prstGeom prst="rect">
            <a:avLst/>
          </a:prstGeom>
          <a:solidFill>
            <a:srgbClr val="B0BAC9"/>
          </a:solidFill>
          <a:ln w="12700">
            <a:solidFill>
              <a:srgbClr val="B0BAC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87296" y="4791456"/>
            <a:ext cx="4335628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9651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fonctionnelle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560320" y="5001768"/>
            <a:ext cx="9052560" cy="329184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46024" y="5029200"/>
            <a:ext cx="2534168" cy="146304"/>
          </a:xfrm>
          <a:prstGeom prst="rect">
            <a:avLst/>
          </a:prstGeom>
          <a:solidFill>
            <a:srgbClr val="B0BAC9"/>
          </a:solidFill>
          <a:ln w="12700">
            <a:solidFill>
              <a:srgbClr val="B0BAC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87296" y="5193792"/>
            <a:ext cx="3430372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0" y="5669280"/>
            <a:ext cx="256032" cy="146304"/>
          </a:xfrm>
          <a:prstGeom prst="rect">
            <a:avLst/>
          </a:prstGeom>
          <a:solidFill>
            <a:srgbClr val="B0BAC9"/>
          </a:solidFill>
          <a:ln w="12700">
            <a:solidFill>
              <a:srgbClr val="B0BA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0360" y="5623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931920" y="5669280"/>
            <a:ext cx="256032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5196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— dans les temps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75120" y="5669280"/>
            <a:ext cx="256032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9516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— en retard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5989320"/>
            <a:ext cx="11109960" cy="457200"/>
          </a:xfrm>
          <a:prstGeom prst="rect">
            <a:avLst/>
          </a:prstGeom>
          <a:solidFill>
            <a:srgbClr val="FFF5E1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Écarts constatés  </a:t>
            </a: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Projet du 14/03 au 29/05/2026. Facture, Compteur et Connexion GU ont dépassé le prévu — complexité sous-estimée du PDF et de l'interface.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  ÉQUIPE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Répartition des tâches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37944"/>
            <a:ext cx="3657600" cy="4069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103120"/>
            <a:ext cx="914400" cy="9144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CHERTY Yassine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47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Développement métier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80160" y="3840480"/>
            <a:ext cx="219456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233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Client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Compteur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Facture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GitHub &amp; commits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1691640"/>
            <a:ext cx="3657600" cy="14630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837944"/>
            <a:ext cx="3657600" cy="4069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103120"/>
            <a:ext cx="914400" cy="91440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1772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LEUDJEU Eloisa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3447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Données &amp; interface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66360" y="3840480"/>
            <a:ext cx="219456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0233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ConnexionDB &amp; InitDB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</a:t>
            </a:r>
            <a:r>
              <a:rPr lang="en-US" sz="1150" dirty="0" smtClean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et classe </a:t>
            </a:r>
            <a:r>
              <a:rPr lang="en-US" sz="1150" dirty="0" smtClean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 smtClean="0">
              <a:solidFill>
                <a:srgbClr val="1A1F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technique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fonctionnel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21040" y="1691640"/>
            <a:ext cx="3657600" cy="146304"/>
          </a:xfrm>
          <a:prstGeom prst="rect">
            <a:avLst/>
          </a:prstGeom>
          <a:solidFill>
            <a:srgbClr val="9B2C8E"/>
          </a:solidFill>
          <a:ln w="12700">
            <a:solidFill>
              <a:srgbClr val="9B2C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837944"/>
            <a:ext cx="3657600" cy="4069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0" y="2103120"/>
            <a:ext cx="914400" cy="914400"/>
          </a:xfrm>
          <a:prstGeom prst="ellipse">
            <a:avLst/>
          </a:prstGeom>
          <a:solidFill>
            <a:srgbClr val="9B2C8E"/>
          </a:solidFill>
          <a:ln w="12700">
            <a:solidFill>
              <a:srgbClr val="9B2C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50392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TAKAM Duvarelle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3447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B2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&amp; documentation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3840480"/>
            <a:ext cx="219456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0233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ConnexionGU &amp; InitDB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Compteur / </a:t>
            </a:r>
            <a:r>
              <a:rPr lang="en-US" sz="1150" dirty="0" smtClean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</a:t>
            </a:r>
          </a:p>
          <a:p>
            <a:pPr marL="342900" indent="-342900">
              <a:spcAft>
                <a:spcPts val="700"/>
              </a:spcAft>
              <a:buSzPct val="100000"/>
              <a:buFontTx/>
              <a:buChar char="•"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</a:t>
            </a:r>
            <a:r>
              <a:rPr lang="en-US" sz="1150" dirty="0" smtClean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r>
              <a:rPr lang="en-US" sz="1150" dirty="0" smtClean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0350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Travail collaboratif  </a:t>
            </a: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Les classes Compteur et Facture ont été développées à plusieurs ; suivi assuré par les commits Git sur la branche EDI.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08  BLOCAGE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problème rencontré &amp; sa résolution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452628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30352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PROBLÈME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numéro de compteur acceptait n'importe quoi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départ, un utilisateur pouvait saisir un numéro de compteur trop court, trop long, ou contenant des lettres.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: </a:t>
            </a: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factures étaient générées sur des compteurs invalides, et la base de données se remplissait de données incohérentes.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génération du PDF de facture plantait aussi dans certains cas à cause de ces données erronées.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36576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39C12"/>
                </a:solidFill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303520" cy="4526280"/>
          </a:xfrm>
          <a:prstGeom prst="rect">
            <a:avLst/>
          </a:prstGeom>
          <a:solidFill>
            <a:srgbClr val="E8F8F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691640"/>
            <a:ext cx="5303520" cy="10972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dans le setter de la classe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30632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avons ajouté une vérification directement dans le </a:t>
            </a: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</a:t>
            </a: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numéro de compteur : il doit faire exactement </a:t>
            </a: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chiffres</a:t>
            </a: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principe pour la consommation, qui doit être un nombre positif.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entrant dans la base sont désormais fiables, et la génération PDF ne plante plus.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09  LIVRABLES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&amp; vidéo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28016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280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91440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28800" y="1856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GitHub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951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github.com/Yassinecherti/PROJETJAVA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578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public · branche EDI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486400" cy="128016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91640"/>
            <a:ext cx="73152" cy="12801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874520"/>
            <a:ext cx="914400" cy="3200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0" y="1856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exécutable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2951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Releases · .</a:t>
            </a:r>
            <a:r>
              <a:rPr lang="en-US" sz="1050" i="1" dirty="0" smtClean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 et .exe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2578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version de l'application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5486400" cy="128016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108960"/>
            <a:ext cx="73152" cy="1280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291840"/>
            <a:ext cx="91440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DOC-T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3273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technique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37124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documentation/  (dépôt)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3995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</a:t>
            </a:r>
            <a:r>
              <a:rPr lang="en-US" sz="1150" dirty="0" smtClean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flux, environnement technique et base de données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5486400" cy="128016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108960"/>
            <a:ext cx="73152" cy="1280160"/>
          </a:xfrm>
          <a:prstGeom prst="rect">
            <a:avLst/>
          </a:prstGeom>
          <a:solidFill>
            <a:srgbClr val="9B2C8E"/>
          </a:solidFill>
          <a:ln w="12700">
            <a:solidFill>
              <a:srgbClr val="9B2C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3291840"/>
            <a:ext cx="914400" cy="320040"/>
          </a:xfrm>
          <a:prstGeom prst="rect">
            <a:avLst/>
          </a:prstGeom>
          <a:solidFill>
            <a:srgbClr val="9B2C8E"/>
          </a:solidFill>
          <a:ln w="12700">
            <a:solidFill>
              <a:srgbClr val="9B2C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DOC-F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98080" y="3273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fonctionnel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37124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documentation/  (dépôt)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3995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d'emploi pour </a:t>
            </a:r>
            <a:r>
              <a:rPr lang="en-US" sz="1150" dirty="0" smtClean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l'utilisateur, </a:t>
            </a:r>
            <a:r>
              <a:rPr lang="en-US" sz="1150" dirty="0" smtClean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fonctionnalités, limites, règles </a:t>
            </a:r>
            <a:r>
              <a:rPr lang="en-US" sz="1150" dirty="0" smtClean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526280"/>
            <a:ext cx="5486400" cy="128016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526280"/>
            <a:ext cx="73152" cy="1280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4709160"/>
            <a:ext cx="91440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28800" y="4690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+ répartition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" y="51297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planning.xlsx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" y="5413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Prévisionnel, réel, tâches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17920" y="4526280"/>
            <a:ext cx="5486400" cy="128016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4526280"/>
            <a:ext cx="73152" cy="12801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4709160"/>
            <a:ext cx="914400" cy="3200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498080" y="4690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tutoriel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92240" y="51297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Lien transmis au jury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92240" y="5413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d'utilisation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 AMÉLIORATIONS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Axes fonctionnels &amp; techniques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526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 FONCTIONNELS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404872"/>
            <a:ext cx="292608" cy="29260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2377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graphique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07008" y="2724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de consommation par mois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319272"/>
            <a:ext cx="292608" cy="29260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07008" y="3291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ligne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07008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Régler la facture depuis l'application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233672"/>
            <a:ext cx="292608" cy="29260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4206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e-mail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07008" y="4553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le client à chaque facture émise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5148072"/>
            <a:ext cx="292608" cy="29260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07008" y="5120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modulables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07008" y="5468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creuses / heures pleines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1691640"/>
            <a:ext cx="5440680" cy="4526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691640"/>
            <a:ext cx="5440680" cy="14630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 TECHNIQUES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2404872"/>
            <a:ext cx="292608" cy="29260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30568" y="2377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smtClean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Multipostage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830568" y="2724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5C6878"/>
                </a:solidFill>
                <a:latin typeface="Calibri" pitchFamily="34" charset="0"/>
                <a:cs typeface="Calibri" pitchFamily="34" charset="-120"/>
              </a:rPr>
              <a:t>Passer en  serveur MySQL 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3319272"/>
            <a:ext cx="292608" cy="29260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30568" y="3291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JUnit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830568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calculs et la base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4233672"/>
            <a:ext cx="292608" cy="29260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30568" y="4206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d'erreurs enrichie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830568" y="4553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clairs pour l'utilisateur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5148072"/>
            <a:ext cx="292608" cy="29260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30568" y="5120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plus moderne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830568" y="5468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possible vers JavaFX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 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projet nous a apporté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8686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29968"/>
            <a:ext cx="1371600" cy="38404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901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orientée objet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0" y="22402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 conçues : encapsulation, getters/setters, validation dans les setters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109960" cy="8686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34640"/>
            <a:ext cx="109728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081528"/>
            <a:ext cx="1371600" cy="38404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81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953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68880" y="32918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4 tables, connexion partagée, opérations CRUD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109960" cy="8686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86200"/>
            <a:ext cx="109728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133088"/>
            <a:ext cx="1371600" cy="38404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133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complète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68880" y="4343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Swing, génération PDF, impression — un outil réellement utilisable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109960" cy="8686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937760"/>
            <a:ext cx="109728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5184648"/>
            <a:ext cx="1371600" cy="38404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184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Équipe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68880" y="5056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collaboratif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68880" y="53949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classes, suivi Git, gestion du planning sur 2,5 mois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ENERGIE  ·  Projet Java  ·  3iL Ingénieurs  ·  Groupe CPI1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3" name="Image 0" descr="/home/claude/projetjava_pres/3il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772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697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31520" y="3611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aux questions.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5212080"/>
            <a:ext cx="10698480" cy="320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LEUDJEU Eloisa   ·   TAKAM Duvarelle   ·   CHERTY Yassine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 ENERGIE  ·  3iL Ingénieurs  ·  github.com/Yassinecherti/PROJETJAVA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1310</Words>
  <Application>Microsoft Office PowerPoint</Application>
  <PresentationFormat>Grand écran</PresentationFormat>
  <Paragraphs>323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 ENERGIE — Soutenance Projet Java</dc:title>
  <dc:subject>PptxGenJS Presentation</dc:subject>
  <dc:creator>Eloisa Leudjeu · Duvarelle Takam · Yassine Cherty</dc:creator>
  <cp:lastModifiedBy>kamroy</cp:lastModifiedBy>
  <cp:revision>4</cp:revision>
  <dcterms:created xsi:type="dcterms:W3CDTF">2026-05-25T20:19:22Z</dcterms:created>
  <dcterms:modified xsi:type="dcterms:W3CDTF">2026-05-27T12:05:53Z</dcterms:modified>
</cp:coreProperties>
</file>