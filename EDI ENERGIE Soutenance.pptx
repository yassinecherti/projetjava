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7" d="100"/>
          <a:sy n="57" d="100"/>
        </p:scale>
        <p:origin x="67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5676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pic>
        <p:nvPicPr>
          <p:cNvPr id="3" name="Image 0" descr="/home/claude/projetjava_pres/3i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0292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148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SOUTENANCE  ·  PROJET JAVA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31520" y="25603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 ENERGIE</a:t>
            </a:r>
            <a:endParaRPr lang="en-US" sz="62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B0BAC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de gestion de factures d'électricité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31520" y="4297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  ·  SQLite  ·  JDBC  ·  Swing  ·  génération PDF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4937760"/>
            <a:ext cx="6949440" cy="1371600"/>
          </a:xfrm>
          <a:prstGeom prst="rect">
            <a:avLst/>
          </a:prstGeom>
          <a:solidFill>
            <a:srgbClr val="262C40"/>
          </a:solidFill>
          <a:ln w="12700">
            <a:solidFill>
              <a:srgbClr val="353B5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5074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PARTICIPANTS  —  CPI1 GROUPE 3iL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60120" y="53949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      TAKAM Duvarelle      CHERTY Yassine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60120" y="58064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 la supervision de M. Beverini   ·   Année 2025 — 2026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955280" y="59436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github.com/Yassinecherti/PROJETJAVA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7373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417320" y="17373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d'EDI ENERGIE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20482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et fonctionnalités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17920" y="16459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7373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086600" y="17373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de l'application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086600" y="20482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parcours utilisateur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5603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5603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2651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417320" y="26517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classes, 3 couches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25603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25603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19088" y="26517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7086600" y="26517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code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086600" y="29626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Singleton, compteur, facture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4747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34747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5661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417320" y="35661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417320" y="38770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 SQLite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17920" y="34747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19088" y="35661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086600" y="35661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réel vs prévu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86600" y="38770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Diagramme de Gantt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3891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" y="43891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9808" y="44805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37" name="Text 35"/>
          <p:cNvSpPr/>
          <p:nvPr/>
        </p:nvSpPr>
        <p:spPr>
          <a:xfrm>
            <a:off x="1417320" y="44805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tâches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1417320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Eloisa · Duvarelle · Yassine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17920" y="43891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43891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19088" y="44805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7086600" y="44805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Blocage technique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086600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 &amp; résolution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48640" y="53035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53035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49808" y="53949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2400" dirty="0"/>
          </a:p>
        </p:txBody>
      </p:sp>
      <p:sp>
        <p:nvSpPr>
          <p:cNvPr id="47" name="Text 45"/>
          <p:cNvSpPr/>
          <p:nvPr/>
        </p:nvSpPr>
        <p:spPr>
          <a:xfrm>
            <a:off x="1417320" y="53949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livrables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1417320" y="57058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Technique, fonctionnelle, vidéo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217920" y="5303520"/>
            <a:ext cx="5486400" cy="7498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17920" y="5303520"/>
            <a:ext cx="73152" cy="7498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19088" y="5394960"/>
            <a:ext cx="548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2400" dirty="0"/>
          </a:p>
        </p:txBody>
      </p:sp>
      <p:sp>
        <p:nvSpPr>
          <p:cNvPr id="52" name="Text 50"/>
          <p:cNvSpPr/>
          <p:nvPr/>
        </p:nvSpPr>
        <p:spPr>
          <a:xfrm>
            <a:off x="7086600" y="5394960"/>
            <a:ext cx="4526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Axes d'amélioration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7086600" y="57058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Fonctionnels &amp; techniques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01  PRÉSENTATION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EDI ENERGIE, c'est quoi 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est une application Java qui génère automatiquement la facture d'électricité d'un utilisateur à partir de sa consommation mensuelle en kilowattheures.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971800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971800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971800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à payer selon la consommation (kWh)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813048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813048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13048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/ télécharger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au format PDF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654296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4654296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54296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directement la facture depuis l'application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5495544"/>
            <a:ext cx="6949440" cy="713232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495544"/>
            <a:ext cx="73152" cy="71323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5495544"/>
            <a:ext cx="6583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 </a:t>
            </a:r>
            <a:r>
              <a:rPr lang="en-US" sz="13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l'historique, même en cas de changement de compteur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818120" y="1645920"/>
            <a:ext cx="3886200" cy="45720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BREF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046720" y="22402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Domaine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18320" y="2240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 d'électricité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4672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Langage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418320" y="27889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046720" y="3337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418320" y="3337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 (fenêtres GUI)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046720" y="38862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418320" y="3886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via JDBC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046720" y="4434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Tarif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418320" y="44348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0,15 € / kWh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046720" y="49834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418320" y="49834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à 14 chiffres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46720" y="5532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Sortie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418320" y="5532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 PDF imprimable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UTILISATION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parcours utilisateur en 3 étapes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3657600" cy="12801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connexion : saisie nom, prénom, adresse, mot de passe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L'application génère un ID unique à conserver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ensuite avec ID + mot de passe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34840" y="1783080"/>
            <a:ext cx="3657600" cy="128016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2103120"/>
            <a:ext cx="640080" cy="64008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91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Générer une facture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7091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+ Nouvelle Facture »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du n° de compteur et de la consommation (kWh)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facture s'ajoute à la liste, avec aperçu du reçu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321040" y="1783080"/>
            <a:ext cx="3657600" cy="4297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21040" y="1783080"/>
            <a:ext cx="3657600" cy="128016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95360" y="2103120"/>
            <a:ext cx="640080" cy="640080"/>
          </a:xfrm>
          <a:prstGeom prst="ellipse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37260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Imprimer / Exporter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8595360" y="2971800"/>
            <a:ext cx="31089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41080" y="3154680"/>
            <a:ext cx="31089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Imprimer » — impression directe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 « Exporter PDF » — enregistrement du fichier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factures restent consultables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2245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39C12"/>
                </a:solidFill>
              </a:rPr>
              <a:t>→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11072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39C12"/>
                </a:solidFill>
              </a:rPr>
              <a:t>→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03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classes, organisées en 3 couches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09728" cy="1207008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6459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GRAPHIQUE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Swing — fenêtres et interaction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0" y="18288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ConnexionGU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629400" y="18288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8288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MainGU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0" y="23957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/ inscription, puis l'interface principale en 4 sections.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109728" cy="120700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0175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54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MÉTIER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204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Logique POO — données et calculs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6294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294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82296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296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9829800" y="32004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29800" y="32004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029200" y="37673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Représentation du client, du compteur, calcul du montant, ID auto-incrémenté.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389120"/>
            <a:ext cx="109728" cy="120700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" y="4389120"/>
            <a:ext cx="10972800" cy="1207008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4526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68680" y="48920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Persistance SQLite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029200" y="45720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ConnexionDB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629400" y="4572000"/>
            <a:ext cx="1463040" cy="457200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4572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InitDB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29200" y="5138928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partagée à la base, création des 4 tables.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08076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Flux 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MainGU est la classe principale — elle ouvre l'interface en 4 sections (titre, fiche client, aperçu reçu, liste des factures).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04  FOCUS CODE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Deux mécanismes clés du projet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 UNIQUE  ·  ConnexionDB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669280" cy="233172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11680"/>
            <a:ext cx="73152" cy="23317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488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" y="21488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43000" y="21488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208483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ConnexionDB.java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ConnexionDB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private static Connection conn;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static Connection getConnexion(){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(conn == null)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conn = DriverManager.getConnection(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"jdbc:sqlite:projetjava.db");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conn;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48640" y="44348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connexion à la base, partagée par toutes les classes.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48920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IDENTIFIANT AUTO  ·  Id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5212080"/>
            <a:ext cx="5669280" cy="105156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5212080"/>
            <a:ext cx="73152" cy="10515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53492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53492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3000" y="53492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5623560"/>
            <a:ext cx="5303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1er client = 1000, 2e = 1001 ...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 id = compteur.getAndIncrement();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 ·  Compteur (n° à 14 chiffres)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0" y="2011680"/>
            <a:ext cx="5303520" cy="210312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0" y="2011680"/>
            <a:ext cx="73152" cy="21031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629400" y="214884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12280" y="214884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95160" y="214884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69480" y="208483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Compteur.java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29400" y="24231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void setNumero(String numero)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(numero.length() != 14)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throw new IllegalArgumentException(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"Le numéro doit faire 14 chiffres");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this.numero = numero;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400800" y="4251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B2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 DU MONTANT  ·  Facture (0,15 €/kWh)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0" y="4572000"/>
            <a:ext cx="5303520" cy="1691640"/>
          </a:xfrm>
          <a:prstGeom prst="rect">
            <a:avLst/>
          </a:prstGeom>
          <a:solidFill>
            <a:srgbClr val="0F1420"/>
          </a:solidFill>
          <a:ln w="12700">
            <a:solidFill>
              <a:srgbClr val="0F142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572000"/>
            <a:ext cx="73152" cy="16916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29400" y="4709160"/>
            <a:ext cx="118872" cy="118872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812280" y="4709160"/>
            <a:ext cx="118872" cy="118872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995160" y="4709160"/>
            <a:ext cx="118872" cy="118872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69480" y="4645152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Facture.java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29400" y="49834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double calculerMontant() {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double TARIF = 0.15;  // € par kWh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E6E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consommation * TARIF;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05  BASE DE DONNÉES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 tables SQLite créées par InitDB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50292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clients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3774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(PK)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prénom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adresse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486400" cy="50292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73736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compteurs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37744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 (14 ch.)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consommation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id_client (FK)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86400" cy="50292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factures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45262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facture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 compteur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886200"/>
            <a:ext cx="5486400" cy="50292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8862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⊞  utilisateurs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17920" y="4389120"/>
            <a:ext cx="5486400" cy="146304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37960" y="4526280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dernier login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17220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InitDB  </a:t>
            </a: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crée automatiquement les 4 tables au premier lancement. ConnexionDB fournit la connexion partagée.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06  PLANNING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Prévisionnel vs réel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2560320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3465576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4370832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276088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S4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181344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086600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S6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991856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S7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897112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S8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802368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S9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707624" y="1783080"/>
            <a:ext cx="9052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560320" y="2185416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87752" y="2212848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87752" y="2377440"/>
            <a:ext cx="4860676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255117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60320" y="2587752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819516" y="2615184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19516" y="2779776"/>
            <a:ext cx="3828684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9535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560320" y="2990088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19516" y="3017520"/>
            <a:ext cx="317690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08776" y="3182112"/>
            <a:ext cx="4082156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35584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DB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560320" y="3392424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4772" y="3419856"/>
            <a:ext cx="207660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4772" y="3584448"/>
            <a:ext cx="334396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75818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DB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560320" y="3794760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24772" y="3822192"/>
            <a:ext cx="123965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724772" y="3986784"/>
            <a:ext cx="2923428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1605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GU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560320" y="4197096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114032" y="4224528"/>
            <a:ext cx="85039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797808" y="4389120"/>
            <a:ext cx="1619860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5628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technique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560320" y="4599432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46024" y="4626864"/>
            <a:ext cx="2534168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87296" y="4791456"/>
            <a:ext cx="4335628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49651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fonctionnelle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2560320" y="5001768"/>
            <a:ext cx="9052560" cy="329184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46024" y="5029200"/>
            <a:ext cx="2534168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987296" y="5193792"/>
            <a:ext cx="3430372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560320" y="5669280"/>
            <a:ext cx="256032" cy="146304"/>
          </a:xfrm>
          <a:prstGeom prst="rect">
            <a:avLst/>
          </a:prstGeom>
          <a:solidFill>
            <a:srgbClr val="B0BAC9"/>
          </a:solidFill>
          <a:ln w="12700">
            <a:solidFill>
              <a:srgbClr val="B0BA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880360" y="5623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Prévu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931920" y="5669280"/>
            <a:ext cx="256032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251960" y="5623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— dans les temps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675120" y="5669280"/>
            <a:ext cx="256032" cy="14630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995160" y="5623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Réel — en retard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48640" y="5989320"/>
            <a:ext cx="11109960" cy="457200"/>
          </a:xfrm>
          <a:prstGeom prst="rect">
            <a:avLst/>
          </a:prstGeom>
          <a:solidFill>
            <a:srgbClr val="FFF5E1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7240" y="59893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Écarts constatés  </a:t>
            </a:r>
            <a:r>
              <a:rPr lang="en-US" sz="10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Projet du 14/03 au 29/05/2026. Facture, Compteur et Connexion GU ont dépassé le prévu — complexité sous-estimée du PDF et de l'interface.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07  ÉQUIPE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Répartition des tâches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57600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103120"/>
            <a:ext cx="914400" cy="91440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02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CHERTY Yassine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Développement métier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2801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Client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Compteur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Facture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GitHub &amp; commits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34840" y="1691640"/>
            <a:ext cx="3657600" cy="146304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348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06440" y="2103120"/>
            <a:ext cx="914400" cy="914400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064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46177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6177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Données &amp; interface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1663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ConnexionDB &amp; InitDB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et classe Client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Compteur /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technique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fonctionnel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321040" y="1691640"/>
            <a:ext cx="3657600" cy="146304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321040" y="1837944"/>
            <a:ext cx="3657600" cy="40690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692640" y="2103120"/>
            <a:ext cx="914400" cy="914400"/>
          </a:xfrm>
          <a:prstGeom prst="ellipse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92640" y="21031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8503920" y="3108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TAKAM Duvarelle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503920" y="344728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9B2C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Interface &amp; documentation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052560" y="3840480"/>
            <a:ext cx="2194560" cy="0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41080" y="402336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ConnexionGU &amp; InitDB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Compteur /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</a:t>
            </a:r>
          </a:p>
          <a:p>
            <a:pPr marL="342900" indent="-342900">
              <a:spcAft>
                <a:spcPts val="700"/>
              </a:spcAft>
              <a:buSzPct val="100000"/>
              <a:buFontTx/>
              <a:buChar char="•"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ConnexionGU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48640" y="6035040"/>
            <a:ext cx="11109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Travail collaboratif  </a:t>
            </a:r>
            <a:r>
              <a:rPr lang="en-US" sz="11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Les classes Compteur et Facture ont été développées à plusieurs ; suivi assuré par les commits Git sur la branche EDI.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08  BLOCAGE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problème rencontré &amp; sa résolution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03520" cy="452628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303520" cy="109728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74C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PROBLÈME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2240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numéro de compteur acceptait n'importe quoi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départ, un utilisateur pouvait saisir un numéro de compteur trop court, trop long, ou contenant des lettres.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Conséquence :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factures étaient générées sur des compteurs invalides, et la base de données se remplissait de données incohérentes.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génération du PDF de facture plantait aussi dans certains cas à cause de ces données erronées.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852160" y="365760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39C12"/>
                </a:solidFill>
              </a:rPr>
              <a:t>→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400800" y="1691640"/>
            <a:ext cx="5303520" cy="4526280"/>
          </a:xfrm>
          <a:prstGeom prst="rect">
            <a:avLst/>
          </a:prstGeom>
          <a:solidFill>
            <a:srgbClr val="E8F8F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691640"/>
            <a:ext cx="5303520" cy="109728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9400" y="19202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RÉSOLUTION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29400" y="22402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Validation dans le setter de la classe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29400" y="306324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avons ajouté une vérification directement dans le </a:t>
            </a: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 numéro de compteur : il doit faire exactement </a:t>
            </a: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chiffres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
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principe pour la consommation, qui doit être un nombre positif.
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: </a:t>
            </a:r>
            <a:r>
              <a:rPr lang="en-US" sz="120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données entrant dans la base sont désormais fiables, et la génération PDF ne plante plus.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09  LIVRABLES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 &amp; vidéo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73152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874520"/>
            <a:ext cx="914400" cy="320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828800" y="1856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source GitHub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295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github.com/Yassinecherti/PROJETJAVA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5786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 public · branche EDI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691640"/>
            <a:ext cx="73152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46520" y="1874520"/>
            <a:ext cx="914400" cy="3200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1874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v1.0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98080" y="1856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exécutable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229514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Releases · .</a:t>
            </a:r>
            <a:r>
              <a:rPr lang="en-US" sz="1050" i="1" dirty="0" smtClean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jar et .exe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5786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Dernière version de l'application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10896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108960"/>
            <a:ext cx="73152" cy="128016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77240" y="3291840"/>
            <a:ext cx="914400" cy="32004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DOC-T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82880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technique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37124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documentation/  (dépôt)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2960" y="3995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flux, environnement technique et base de données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217920" y="310896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3108960"/>
            <a:ext cx="73152" cy="128016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46520" y="3291840"/>
            <a:ext cx="914400" cy="320040"/>
          </a:xfrm>
          <a:prstGeom prst="rect">
            <a:avLst/>
          </a:prstGeom>
          <a:solidFill>
            <a:srgbClr val="9B2C8E"/>
          </a:solidFill>
          <a:ln w="12700">
            <a:solidFill>
              <a:srgbClr val="9B2C8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46520" y="32918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DOC-F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98080" y="32735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fonctionnel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92240" y="37124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documentation/  (dépôt)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92240" y="399592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d'emploi pour 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l'utilisateur, </a:t>
            </a:r>
            <a:r>
              <a:rPr lang="en-US" sz="1150" dirty="0" err="1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fonctionnalités,limites,règles</a:t>
            </a:r>
            <a:r>
              <a:rPr lang="en-US" sz="1150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métier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" y="4526280"/>
            <a:ext cx="73152" cy="128016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40" y="4709160"/>
            <a:ext cx="914400" cy="3200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1828800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+ répartition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22960" y="51297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planning.xlsx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22960" y="5413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Prévisionnel, réel, tâches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217920" y="4526280"/>
            <a:ext cx="5486400" cy="128016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17920" y="4526280"/>
            <a:ext cx="73152" cy="128016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46520" y="4709160"/>
            <a:ext cx="914400" cy="320040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46520" y="47091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VIDEO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498080" y="4690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Vidéo tutoriel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492240" y="512978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6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Lien transmis au jury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492240" y="54132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d'utilisation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10  AMÉLIORATIONS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Axes fonctionnels &amp; techniques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45262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91640"/>
            <a:ext cx="5440680" cy="1463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AXES FONCTIONNELS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4048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404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2377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graphique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207008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de consommation par mois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33192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07008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Paiement en ligne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207008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Régler la facture depuis l'application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77240" y="42336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20700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e-mail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07008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Notifier le client à chaque facture émise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77240" y="5148072"/>
            <a:ext cx="292608" cy="29260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07008" y="5120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Tarifs modulables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207008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Heures creuses / heures pleines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72200" y="1691640"/>
            <a:ext cx="5440680" cy="146304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0" y="19659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AXES TECHNIQUES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00800" y="24048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0" y="2404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30568" y="23774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 smtClean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Multipostage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830568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smtClean="0">
                <a:solidFill>
                  <a:srgbClr val="5C6878"/>
                </a:solidFill>
                <a:latin typeface="Calibri" pitchFamily="34" charset="0"/>
                <a:cs typeface="Calibri" pitchFamily="34" charset="-120"/>
              </a:rPr>
              <a:t>Passer en  serveur MySQL 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0" y="33192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0" y="3319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30568" y="32918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unitaires JUnit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830568" y="36393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les calculs et la base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0" y="42336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4233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30568" y="42062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d'erreurs enrichie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830568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clairs pour l'utilisateur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0" y="5148072"/>
            <a:ext cx="292608" cy="292608"/>
          </a:xfrm>
          <a:prstGeom prst="ellipse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0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830568" y="512064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plus moderne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830568" y="54681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possible vers JavaFX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11  BILAN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le projet nous a apporté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8308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2996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996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68880" y="190195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Programmation orientée objet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468880" y="224028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classes conçues : encapsulation, getters/setters, validation dans les setters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83464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83464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308152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0815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JDBC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68880" y="29535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468880" y="329184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SQLite, 4 tables, connexion partagée, opérations CRUD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88620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680" y="413308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13308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Java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68880" y="40050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complète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468880" y="434340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Swing, génération PDF, impression — un outil réellement utilisable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109960" cy="868680"/>
          </a:xfrm>
          <a:prstGeom prst="rect">
            <a:avLst/>
          </a:prstGeom>
          <a:solidFill>
            <a:srgbClr val="F7F8FA"/>
          </a:solidFill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4937760"/>
            <a:ext cx="109728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8680" y="5184648"/>
            <a:ext cx="1371600" cy="384048"/>
          </a:xfrm>
          <a:prstGeom prst="rect">
            <a:avLst/>
          </a:prstGeom>
          <a:solidFill>
            <a:srgbClr val="1A1F2E"/>
          </a:solidFill>
          <a:ln w="12700">
            <a:solidFill>
              <a:srgbClr val="1A1F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518464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Équipe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68880" y="50566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F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 collaboratif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2468880" y="5394960"/>
            <a:ext cx="8961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classes, suivi Git, gestion du planning sur 2,5 mois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 ENERGIE  ·  Projet Java  ·  3iL Ingénieurs  ·  Groupe CPI1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pic>
        <p:nvPicPr>
          <p:cNvPr id="3" name="Image 0" descr="/home/claude/projetjava_pres/3i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777240"/>
            <a:ext cx="1371600" cy="1371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6974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Merci de votre attention.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731520" y="36118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39C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aux questions.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31520" y="5212080"/>
            <a:ext cx="10698480" cy="3200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LEUDJEU Eloisa   ·   TAKAM Duvarelle   ·   CHERTY Yassine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58521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 ENERGIE  ·  3iL Ingénieurs  ·  github.com/Yassinecherti/PROJETJAVA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1310</Words>
  <Application>Microsoft Office PowerPoint</Application>
  <PresentationFormat>Grand écran</PresentationFormat>
  <Paragraphs>324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 ENERGIE — Soutenance Projet Java</dc:title>
  <dc:subject>PptxGenJS Presentation</dc:subject>
  <dc:creator>Eloisa Leudjeu · Duvarelle Takam · Yassine Cherty</dc:creator>
  <cp:lastModifiedBy>kamroy</cp:lastModifiedBy>
  <cp:revision>3</cp:revision>
  <dcterms:created xsi:type="dcterms:W3CDTF">2026-05-25T20:19:22Z</dcterms:created>
  <dcterms:modified xsi:type="dcterms:W3CDTF">2026-05-27T04:38:59Z</dcterms:modified>
</cp:coreProperties>
</file>