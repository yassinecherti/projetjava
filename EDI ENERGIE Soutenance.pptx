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2" r:id="rId6"/>
    <p:sldId id="261" r:id="rId7"/>
    <p:sldId id="259" r:id="rId8"/>
    <p:sldId id="266" r:id="rId9"/>
    <p:sldId id="263" r:id="rId10"/>
    <p:sldId id="264" r:id="rId11"/>
    <p:sldId id="265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9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5676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29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148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SOUTENANCE  ·  PROJET JAVA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560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</a:t>
            </a:r>
            <a:endParaRPr lang="en-US" sz="62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de </a:t>
            </a:r>
            <a:r>
              <a:rPr lang="en-US" sz="2200" i="1" dirty="0" err="1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</a:t>
            </a:r>
            <a:r>
              <a:rPr lang="en-US" sz="2200" i="1" dirty="0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factures d'électricité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 ·  SQLite  ·  JDBC  ·  Swing  ·  génération PDF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4937760"/>
            <a:ext cx="6949440" cy="1371600"/>
          </a:xfrm>
          <a:prstGeom prst="rect">
            <a:avLst/>
          </a:prstGeom>
          <a:solidFill>
            <a:srgbClr val="262C40"/>
          </a:solidFill>
          <a:ln w="12700">
            <a:solidFill>
              <a:srgbClr val="353B5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5074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  —  CPI1 GROUPE 3iL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0120" y="53949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   TAKAM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CHERTY Yassine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58064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la supervision de M. Beverini   ·   Année 2025 — 2026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0" y="5943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d'EDI ENERGIE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et fonctionnalités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086600" y="173736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</a:t>
            </a: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</a:p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3 couches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1732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 SQLite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908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08660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Focus Code   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Singleton, compteur, facture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85216" y="3458036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1732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Utilisation de l’application 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1732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908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08660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Livrables 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8660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video 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41732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reel vs prévu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41732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Gantt 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1792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908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708660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taches  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08660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Eloisa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Yassine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141732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Blocage technique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41732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err="1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resolution 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792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1908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400" dirty="0"/>
          </a:p>
        </p:txBody>
      </p:sp>
      <p:sp>
        <p:nvSpPr>
          <p:cNvPr id="52" name="Text 50"/>
          <p:cNvSpPr/>
          <p:nvPr/>
        </p:nvSpPr>
        <p:spPr>
          <a:xfrm>
            <a:off x="708660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08660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Fonctionnels &amp; techniques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PRÉSENTATION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ENERGIE, c'est quoi 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est une application Java qui génère automatiquement la facture d'électricité d'un utilisateur à partir de sa consommation mensuelle en kilowattheures.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971800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71800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à payer selon la consommation (kWh)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813048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13048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/ télécharger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au format PDF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54296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4654296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54296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 la facture depuis l'application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495544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495544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95544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l'historique, même en cas de changement de compteur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18120" y="1645920"/>
            <a:ext cx="3886200" cy="45720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BREF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22402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1832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 d'électricité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4672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467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1832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(fenêtres GUI)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4672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4183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via JDBC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046720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Tarif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418320" y="4434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0,15 € / kWh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46720" y="4983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à 14 chiffres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46720" y="5532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Sortie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18320" y="5532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PDF imprimable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classes, organisées en 3 couches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070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459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Swing — fenêtres et interaction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ConnexionGU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MainGU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/ inscription, puis l'interface principale en 4 sections.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109728" cy="120700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0175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54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20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Logique POO — données et calculs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0" y="37673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du client, du compteur, calcul du montant, ID auto-incrémenté.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389120"/>
            <a:ext cx="109728" cy="12070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891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68680" y="4892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Persistance SQLite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0" y="51389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partagée à la base, création des 4 tables.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0807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MainGU est la classe principale — elle ouvre l'interface en 4 sections (titre, fiche client, aperçu reçu, liste des factures).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 SQLite créées par InitDB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clients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486400" cy="5029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compteurs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(14 ch.)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id_client (FK)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86400" cy="50292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factures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facture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compteur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886200"/>
            <a:ext cx="5486400" cy="5029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utilisateurs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crée automatiquement les 4 tables au premier lancement. ConnexionDB fournit la connexion partagée.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mécanismes clés du projet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 UNIQUE  ·  ConnexionDB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669280" cy="233172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11680"/>
            <a:ext cx="73152" cy="2331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2084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ConnexionDB.java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ConnexionDB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Connection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Connection getConnexion(){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(conn == null)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conn = DriverManager.getConnection(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"jdbc:sqlite:projetjava.db");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434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connexion à la base, partagée par toutes les classes.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IDENTIFIANT AUTO  ·  Id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12080"/>
            <a:ext cx="5669280" cy="105156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212080"/>
            <a:ext cx="73152" cy="10515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492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53492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53492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235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1er client = 1000, 2e = 1001 ...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id = compteur.getAndIncrement();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 ·  Compteur (n° à 14 chiffres)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2011680"/>
            <a:ext cx="5303520" cy="210312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011680"/>
            <a:ext cx="73152" cy="21031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0848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Compteur.java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24231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setNumero(String numero)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(numero.length() != 14)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IllegalArgumentException(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"Le numéro doit faire 14 chiffres");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this.numero = numero;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 DU MONTANT  ·  Facture (0,15 €/kWh)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4572000"/>
            <a:ext cx="5303520" cy="169164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572000"/>
            <a:ext cx="73152" cy="1691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29400" y="470916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70916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470916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69480" y="4645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Facture.java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49834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double calculerMontant()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TARIF = 0.15;  // € par kWh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consommation * TARIF;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utilisateur en 3 étapes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657600" cy="12801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connexion : saisie nom, prénom, adresse, mot de passe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génère un ID unique à conserver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ensuite avec ID + mot de passe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783080"/>
            <a:ext cx="3657600" cy="12801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103120"/>
            <a:ext cx="640080" cy="64008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une facture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7091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+ Nouvelle Facture »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du n° de compteur et de la consommation (kWh)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s'ajoute à la liste, avec aperçu du reçu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3210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1783080"/>
            <a:ext cx="3657600" cy="128016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2103120"/>
            <a:ext cx="640080" cy="64008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3726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/ Exporter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5953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Imprimer » — impression directe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Exporter PDF » — enregistrement du fichier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factures restent consultables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2245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1107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&amp; vidéo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 GitHub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public · branche EDI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9164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exécutable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Releases · .</a:t>
            </a:r>
            <a:r>
              <a:rPr lang="en-US" sz="1050" i="1" dirty="0" smtClean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 et .exe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version de l'application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108960"/>
            <a:ext cx="73152" cy="128016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2880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environnement technique et base de données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3108960"/>
            <a:ext cx="73152" cy="128016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9808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9224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d'emploi pour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l'utilisateur, fonctionnalités, limites, règles métier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52628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82880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+ </a:t>
            </a:r>
            <a:r>
              <a:rPr lang="en-US" sz="1500" b="1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296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planning.xlsx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96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Prévisionnel, réel, tâches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1792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52628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VIDEO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49808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tutoriel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9224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Lien transmis au jury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9224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d'utilisation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Prévisionnel vs réel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256032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6557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37083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7608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18134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08660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9185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89711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80236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S9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70762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560320" y="218541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87752" y="2212848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87752" y="2377440"/>
            <a:ext cx="486067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511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0" y="258775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19516" y="2615184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19516" y="2779776"/>
            <a:ext cx="3828684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9535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60320" y="299008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9516" y="3017520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08776" y="3182112"/>
            <a:ext cx="408215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3558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DB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560320" y="3392424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4772" y="3419856"/>
            <a:ext cx="20766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4772" y="3584448"/>
            <a:ext cx="334396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5818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DB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560320" y="3794760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4772" y="3822192"/>
            <a:ext cx="123965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4772" y="3986784"/>
            <a:ext cx="29234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1605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GU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560320" y="419709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14032" y="4224528"/>
            <a:ext cx="85039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97808" y="4389120"/>
            <a:ext cx="1619860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5628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technique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560320" y="459943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46024" y="4626864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87296" y="4791456"/>
            <a:ext cx="43356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9651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</a:t>
            </a:r>
            <a:r>
              <a:rPr lang="en-US" sz="1050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560320" y="500176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46024" y="5029200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87296" y="5193792"/>
            <a:ext cx="343037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60320" y="5669280"/>
            <a:ext cx="25603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80360" y="5623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Prévu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931920" y="5669280"/>
            <a:ext cx="25603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519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dans les temps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675120" y="5669280"/>
            <a:ext cx="256032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951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en retard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989320"/>
            <a:ext cx="11109960" cy="457200"/>
          </a:xfrm>
          <a:prstGeom prst="rect">
            <a:avLst/>
          </a:prstGeom>
          <a:solidFill>
            <a:srgbClr val="FFF5E1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" y="5989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Écarts constatés  </a:t>
            </a: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Projet du 14/03 au 29/05/2026. Facture, Compteur et Connexion GU ont dépassé le prévu — complexité sous-estimée du PDF et de l'interface.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ÉQUIPE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Répartition des tâches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103120"/>
            <a:ext cx="914400" cy="91440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CHERTY Yassine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Développement métier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801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Client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Compteur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Facture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GitHub &amp; commits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34840" y="1691640"/>
            <a:ext cx="365760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6440" y="2103120"/>
            <a:ext cx="914400" cy="9144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64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177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 &amp; interface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ConnexionDB &amp; InitDB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et classe Client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21040" y="1691640"/>
            <a:ext cx="3657600" cy="146304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10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92640" y="2103120"/>
            <a:ext cx="914400" cy="91440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926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5039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TAKAM </a:t>
            </a:r>
            <a:r>
              <a:rPr lang="en-US" sz="1600" b="1" dirty="0" err="1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039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&amp; documentation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525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410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ConnexionGU 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Compteur /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</a:p>
          <a:p>
            <a:pPr marL="342900" indent="-342900">
              <a:spcAft>
                <a:spcPts val="700"/>
              </a:spcAft>
              <a:buSzPct val="100000"/>
              <a:buFontTx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MainGU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Travail collaboratif  </a:t>
            </a: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Les classes Compteur et Facture ont été développées à plusieurs ; suivi assuré par les commits Git sur la branche EDI.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100" b="1" kern="0" spc="400" dirty="0" smtClean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problème rencontré &amp; sa résolution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0" cy="452628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303520" cy="10972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PROBLÈME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numéro de compteur acceptait n'importe quoi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départ, un utilisateur pouvait saisir un numéro de compteur trop court, trop long, ou contenant des lettres.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factures étaient générées sur des compteurs invalides, et la base de données se remplissait de données incohérentes.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génération du PDF de facture plantait aussi dans certains cas à cause de ces données erronées.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0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39C12"/>
                </a:solidFill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400800" y="1691640"/>
            <a:ext cx="5303520" cy="4526280"/>
          </a:xfrm>
          <a:prstGeom prst="rect">
            <a:avLst/>
          </a:prstGeom>
          <a:solidFill>
            <a:srgbClr val="E8F8F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691640"/>
            <a:ext cx="5303520" cy="10972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RÉSOLUTION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dans le setter de la classe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avons ajouté une vérification directement dans le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numéro de compteur : il doit faire exactement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chiffres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principe pour la consommation, qui doit être un nombre positif.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entrant dans la base sont désormais fiables, et la génération PDF ne plante plus.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  AMÉLIORATIONS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Axes fonctionnels &amp; techniques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4682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4068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FONCTIONNELS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4048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graphique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20700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de consommation par mois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3192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Statistiques de consummation 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0700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Comparer la consummation d’un mois à un autre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2336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</a:t>
            </a: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ltheme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d’autre</a:t>
            </a: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theme 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51480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0700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Multilangue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0700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Proposer plusieurs langues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1691640"/>
            <a:ext cx="544068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TECHNIQUES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24048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3056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Multipostage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83056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Passer en  serveur MySQL 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0" y="33192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3056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Creation d’un admistrateur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83056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Gestion des droits d’acces et les permissions des utilisaeurs de l’application 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42336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3056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cs typeface="Calibri" pitchFamily="34" charset="-120"/>
              </a:rPr>
              <a:t>Historique de connexion 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83056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Enregistrer la date et l’heure de chaque connexion 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51480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3056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plus moderne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83056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possible vers JavaFX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11 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projet nous a apporté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9019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orientée objet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468880" y="2240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classes conçues : encapsulation, getters/setters, validation dans les setters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3464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JDBC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953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68880" y="32918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4 tables, connexion partagée, opérations CRUD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88620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68880" y="40050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complète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68880" y="4343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Swing, génération PDF, impression — un outil réellement utilisable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93776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Équipe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68880" y="5056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collaboratif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468880" y="5394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classes, suivi Git, </a:t>
            </a:r>
            <a:r>
              <a:rPr lang="en-US" sz="1100" dirty="0" err="1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planning sur 2,5 mois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77724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697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de votre attention.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731520" y="3611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aux questions.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31520" y="5212080"/>
            <a:ext cx="10698480" cy="320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·   TAKAM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Duvarelle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CHERTY Yassine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 ENERGIE  ·  3iL Ingénieurs  ·  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1318</Words>
  <Application>Microsoft Office PowerPoint</Application>
  <PresentationFormat>Grand écran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 ENERGIE — Soutenance Projet Java</dc:title>
  <dc:subject>PptxGenJS Presentation</dc:subject>
  <dc:creator>Eloisa Leudjeu · Duvarelle Takam · Yassine Cherty</dc:creator>
  <cp:lastModifiedBy>kamroy</cp:lastModifiedBy>
  <cp:revision>11</cp:revision>
  <dcterms:created xsi:type="dcterms:W3CDTF">2026-05-25T20:19:22Z</dcterms:created>
  <dcterms:modified xsi:type="dcterms:W3CDTF">2026-05-29T05:36:08Z</dcterms:modified>
</cp:coreProperties>
</file>